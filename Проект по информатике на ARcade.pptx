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2697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50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011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56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00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5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8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305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75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67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7653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743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070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95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8514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018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194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7BAE67C-9CE0-4A8C-9C52-1821BBC81EEB}" type="datetimeFigureOut">
              <a:rPr lang="ru-RU" smtClean="0"/>
              <a:t>02.02.2026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11BBFD3-6FCB-428D-BA0C-97B5BC684B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7822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D74989-8497-4DA3-A925-BFA7A77CF9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Проект по информатике на </a:t>
            </a:r>
            <a:r>
              <a:rPr lang="en-US" dirty="0" err="1"/>
              <a:t>ARcade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223448-4CC2-471E-8079-A8C505B2DA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Выполнил</a:t>
            </a:r>
            <a:r>
              <a:rPr lang="en-US" dirty="0"/>
              <a:t>:</a:t>
            </a:r>
            <a:r>
              <a:rPr lang="ru-RU" dirty="0"/>
              <a:t> Ревякин максим</a:t>
            </a:r>
          </a:p>
        </p:txBody>
      </p:sp>
    </p:spTree>
    <p:extLst>
      <p:ext uri="{BB962C8B-B14F-4D97-AF65-F5344CB8AC3E}">
        <p14:creationId xmlns:p14="http://schemas.microsoft.com/office/powerpoint/2010/main" val="3682063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E6272-F8AA-4D77-92DC-18288B39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моего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8FAD77-AAEE-4F2A-B50C-62E4C7969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Рынок гонок вечно популярен – один из старейших и стабильных жанров</a:t>
            </a:r>
            <a:r>
              <a:rPr lang="en-US" sz="3200" dirty="0"/>
              <a:t>,</a:t>
            </a:r>
            <a:r>
              <a:rPr lang="ru-RU" sz="3200" dirty="0"/>
              <a:t> высокий спрос на гоночные игры</a:t>
            </a:r>
          </a:p>
        </p:txBody>
      </p:sp>
    </p:spTree>
    <p:extLst>
      <p:ext uri="{BB962C8B-B14F-4D97-AF65-F5344CB8AC3E}">
        <p14:creationId xmlns:p14="http://schemas.microsoft.com/office/powerpoint/2010/main" val="390395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EDE371-835D-4CDB-8C17-EA0A8667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dirty="0"/>
              <a:t>КЛАСС DATABASE</a:t>
            </a:r>
            <a:br>
              <a:rPr lang="ru-RU" sz="3600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E3546C-C045-4555-AC87-B11B35ED2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29416"/>
            <a:ext cx="10131425" cy="364913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ru-RU" sz="6000" dirty="0"/>
          </a:p>
          <a:p>
            <a:r>
              <a:rPr lang="ru-RU" sz="6000" dirty="0"/>
              <a:t>__</a:t>
            </a:r>
            <a:r>
              <a:rPr lang="ru-RU" sz="6000" dirty="0" err="1"/>
              <a:t>init</a:t>
            </a:r>
            <a:r>
              <a:rPr lang="ru-RU" sz="6000" dirty="0"/>
              <a:t>__(</a:t>
            </a:r>
            <a:r>
              <a:rPr lang="ru-RU" sz="6000" dirty="0" err="1"/>
              <a:t>self</a:t>
            </a:r>
            <a:r>
              <a:rPr lang="ru-RU" sz="6000" dirty="0"/>
              <a:t>)  Назначение: Статический класс для работы с базой данных </a:t>
            </a:r>
            <a:r>
              <a:rPr lang="ru-RU" sz="6000" dirty="0" err="1"/>
              <a:t>SQLiteconnect</a:t>
            </a:r>
            <a:r>
              <a:rPr lang="ru-RU" sz="6000" dirty="0"/>
              <a:t>()  </a:t>
            </a:r>
          </a:p>
          <a:p>
            <a:r>
              <a:rPr lang="ru-RU" sz="6000" dirty="0"/>
              <a:t>Назначение: Устанавливает соединение с базой данных </a:t>
            </a:r>
            <a:r>
              <a:rPr lang="ru-RU" sz="6000" dirty="0" err="1"/>
              <a:t>carsgame.db</a:t>
            </a:r>
            <a:endParaRPr lang="ru-RU" sz="6000" dirty="0"/>
          </a:p>
          <a:p>
            <a:r>
              <a:rPr lang="ru-RU" sz="6000" dirty="0" err="1"/>
              <a:t>register_or_login_user</a:t>
            </a:r>
            <a:r>
              <a:rPr lang="ru-RU" sz="6000" dirty="0"/>
              <a:t>(</a:t>
            </a:r>
            <a:r>
              <a:rPr lang="ru-RU" sz="6000" dirty="0" err="1"/>
              <a:t>username</a:t>
            </a:r>
            <a:r>
              <a:rPr lang="ru-RU" sz="6000" dirty="0"/>
              <a:t>, </a:t>
            </a:r>
            <a:r>
              <a:rPr lang="ru-RU" sz="6000" dirty="0" err="1"/>
              <a:t>password</a:t>
            </a:r>
            <a:r>
              <a:rPr lang="ru-RU" sz="6000" dirty="0"/>
              <a:t>)  Назначение: Регистрирует нового пользователя или авторизует существующего</a:t>
            </a:r>
          </a:p>
          <a:p>
            <a:r>
              <a:rPr lang="ru-RU" sz="6000" dirty="0" err="1"/>
              <a:t>save_record</a:t>
            </a:r>
            <a:r>
              <a:rPr lang="ru-RU" sz="6000" dirty="0"/>
              <a:t>(</a:t>
            </a:r>
            <a:r>
              <a:rPr lang="ru-RU" sz="6000" dirty="0" err="1"/>
              <a:t>user_id</a:t>
            </a:r>
            <a:r>
              <a:rPr lang="ru-RU" sz="6000" dirty="0"/>
              <a:t>, </a:t>
            </a:r>
            <a:r>
              <a:rPr lang="ru-RU" sz="6000" dirty="0" err="1"/>
              <a:t>score</a:t>
            </a:r>
            <a:r>
              <a:rPr lang="ru-RU" sz="6000" dirty="0"/>
              <a:t>)  Назначение: Сохраняет рекорд пользователя в базу данных</a:t>
            </a:r>
          </a:p>
          <a:p>
            <a:r>
              <a:rPr lang="ru-RU" sz="6000" dirty="0" err="1"/>
              <a:t>get_top_players</a:t>
            </a:r>
            <a:r>
              <a:rPr lang="ru-RU" sz="6000" dirty="0"/>
              <a:t>(</a:t>
            </a:r>
            <a:r>
              <a:rPr lang="ru-RU" sz="6000" dirty="0" err="1"/>
              <a:t>limit</a:t>
            </a:r>
            <a:r>
              <a:rPr lang="ru-RU" sz="6000" dirty="0"/>
              <a:t>=5)  Назначение: Получает топ игроков по максимальному счету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034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16073-E28F-4B8E-BE2F-77875D45D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REGISTRATIONWINDOW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C8DFCB-890E-4050-8FA3-2B030BEA8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4417827" cy="3649133"/>
          </a:xfrm>
        </p:spPr>
        <p:txBody>
          <a:bodyPr>
            <a:normAutofit fontScale="32500" lnSpcReduction="20000"/>
          </a:bodyPr>
          <a:lstStyle/>
          <a:p>
            <a:r>
              <a:rPr lang="en-US" sz="4900" dirty="0"/>
              <a:t>__</a:t>
            </a:r>
            <a:r>
              <a:rPr lang="en-US" sz="4900" dirty="0" err="1"/>
              <a:t>init</a:t>
            </a:r>
            <a:r>
              <a:rPr lang="en-US" sz="4900" dirty="0"/>
              <a:t>__(self)  </a:t>
            </a:r>
            <a:r>
              <a:rPr lang="ru-RU" sz="4900" dirty="0"/>
              <a:t>Назначение: Конструктор окна регистрации и авторизации</a:t>
            </a:r>
          </a:p>
          <a:p>
            <a:r>
              <a:rPr lang="en-US" sz="4900" dirty="0"/>
              <a:t>setup(self)  </a:t>
            </a:r>
            <a:r>
              <a:rPr lang="ru-RU" sz="4900" dirty="0"/>
              <a:t>Назначение: Инициализирует переменные окна регистрации</a:t>
            </a:r>
          </a:p>
          <a:p>
            <a:r>
              <a:rPr lang="en-US" sz="4900" dirty="0" err="1"/>
              <a:t>draw_rectangle</a:t>
            </a:r>
            <a:r>
              <a:rPr lang="en-US" sz="4900" dirty="0"/>
              <a:t>(</a:t>
            </a:r>
            <a:r>
              <a:rPr lang="en-US" sz="4900" dirty="0" err="1"/>
              <a:t>center_x</a:t>
            </a:r>
            <a:r>
              <a:rPr lang="en-US" sz="4900" dirty="0"/>
              <a:t>, </a:t>
            </a:r>
            <a:r>
              <a:rPr lang="en-US" sz="4900" dirty="0" err="1"/>
              <a:t>center_y</a:t>
            </a:r>
            <a:r>
              <a:rPr lang="en-US" sz="4900" dirty="0"/>
              <a:t>, width, height, color)  </a:t>
            </a:r>
            <a:r>
              <a:rPr lang="ru-RU" sz="4900" dirty="0"/>
              <a:t>Назначение: Рисует закрашенный прямоугольник</a:t>
            </a:r>
          </a:p>
          <a:p>
            <a:r>
              <a:rPr lang="en-US" sz="4900" dirty="0" err="1"/>
              <a:t>draw_rectangle_outline</a:t>
            </a:r>
            <a:r>
              <a:rPr lang="en-US" sz="4900" dirty="0"/>
              <a:t>(</a:t>
            </a:r>
            <a:r>
              <a:rPr lang="en-US" sz="4900" dirty="0" err="1"/>
              <a:t>center_x</a:t>
            </a:r>
            <a:r>
              <a:rPr lang="en-US" sz="4900" dirty="0"/>
              <a:t>, </a:t>
            </a:r>
            <a:r>
              <a:rPr lang="en-US" sz="4900" dirty="0" err="1"/>
              <a:t>center_y</a:t>
            </a:r>
            <a:r>
              <a:rPr lang="en-US" sz="4900" dirty="0"/>
              <a:t>, width, height, color, </a:t>
            </a:r>
            <a:r>
              <a:rPr lang="en-US" sz="4900" dirty="0" err="1"/>
              <a:t>border_width</a:t>
            </a:r>
            <a:r>
              <a:rPr lang="en-US" sz="4900" dirty="0"/>
              <a:t>)  </a:t>
            </a:r>
            <a:r>
              <a:rPr lang="ru-RU" sz="4900" dirty="0"/>
              <a:t>Назначение: Рисует контур прямоугольника</a:t>
            </a:r>
          </a:p>
          <a:p>
            <a:r>
              <a:rPr lang="en-US" sz="4900" dirty="0" err="1"/>
              <a:t>on_draw</a:t>
            </a:r>
            <a:r>
              <a:rPr lang="en-US" sz="4900" dirty="0"/>
              <a:t>(self)  </a:t>
            </a:r>
            <a:r>
              <a:rPr lang="ru-RU" sz="4900" dirty="0"/>
              <a:t>Назначение: </a:t>
            </a:r>
            <a:r>
              <a:rPr lang="ru-RU" sz="4900" dirty="0" err="1"/>
              <a:t>Отрисовывает</a:t>
            </a:r>
            <a:r>
              <a:rPr lang="ru-RU" sz="4900" dirty="0"/>
              <a:t> все элементы окна регистрации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0F88B0-529E-45C6-9CBA-7DCF98151456}"/>
              </a:ext>
            </a:extLst>
          </p:cNvPr>
          <p:cNvSpPr txBox="1"/>
          <p:nvPr/>
        </p:nvSpPr>
        <p:spPr>
          <a:xfrm>
            <a:off x="6746359" y="1502688"/>
            <a:ext cx="444440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draw_registration_form</a:t>
            </a:r>
            <a:r>
              <a:rPr lang="en-US" dirty="0"/>
              <a:t>(self) </a:t>
            </a:r>
            <a:r>
              <a:rPr lang="ru-RU" dirty="0"/>
              <a:t>Назначение: </a:t>
            </a:r>
            <a:r>
              <a:rPr lang="ru-RU" dirty="0" err="1"/>
              <a:t>Отрисовывает</a:t>
            </a:r>
            <a:r>
              <a:rPr lang="ru-RU" dirty="0"/>
              <a:t> форму ввода имени и пароля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draw_leaderboard</a:t>
            </a:r>
            <a:r>
              <a:rPr lang="en-US" dirty="0"/>
              <a:t>(self)  </a:t>
            </a:r>
            <a:r>
              <a:rPr lang="ru-RU" dirty="0"/>
              <a:t>Назначение: </a:t>
            </a:r>
            <a:r>
              <a:rPr lang="ru-RU" dirty="0" err="1"/>
              <a:t>Отрисовывает</a:t>
            </a:r>
            <a:r>
              <a:rPr lang="ru-RU" dirty="0"/>
              <a:t> таблицу лидеров с топ-5 игроками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on_key_press</a:t>
            </a:r>
            <a:r>
              <a:rPr lang="en-US" dirty="0"/>
              <a:t>(self, key, modifiers)  </a:t>
            </a:r>
            <a:r>
              <a:rPr lang="ru-RU" dirty="0"/>
              <a:t>Назначение: Обрабатывает нажатия клавиш (</a:t>
            </a:r>
            <a:r>
              <a:rPr lang="en-US" dirty="0"/>
              <a:t>ENTER, TAB, ESC)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on_key_release</a:t>
            </a:r>
            <a:r>
              <a:rPr lang="en-US" dirty="0"/>
              <a:t>(self, symbol, modifiers)</a:t>
            </a:r>
            <a:r>
              <a:rPr lang="ru-RU" dirty="0"/>
              <a:t>Назначение: Обрабатывает отпускание клавиш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on_text</a:t>
            </a:r>
            <a:r>
              <a:rPr lang="en-US" dirty="0"/>
              <a:t>(self, text)  </a:t>
            </a:r>
            <a:r>
              <a:rPr lang="ru-RU" dirty="0"/>
              <a:t>Назначение: Обрабатывает ввод текста в поля формы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update(self, </a:t>
            </a:r>
            <a:r>
              <a:rPr lang="en-US" dirty="0" err="1"/>
              <a:t>delta_time</a:t>
            </a:r>
            <a:r>
              <a:rPr lang="en-US" dirty="0"/>
              <a:t>)  </a:t>
            </a:r>
            <a:r>
              <a:rPr lang="ru-RU" dirty="0"/>
              <a:t>Назначение: Обновляет состояние окна (таймер ошибок)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3343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BF84B2-788E-4019-8C2B-33CD2843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PLAYERCAR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2D6BBB-A614-498D-8F06-0481270D3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__</a:t>
            </a:r>
            <a:r>
              <a:rPr lang="ru-RU" dirty="0" err="1"/>
              <a:t>init</a:t>
            </a:r>
            <a:r>
              <a:rPr lang="ru-RU" dirty="0"/>
              <a:t>__(</a:t>
            </a:r>
            <a:r>
              <a:rPr lang="ru-RU" dirty="0" err="1"/>
              <a:t>self</a:t>
            </a:r>
            <a:r>
              <a:rPr lang="ru-RU" dirty="0"/>
              <a:t>)  Назначение: Конструктор автомобиля игрока</a:t>
            </a:r>
          </a:p>
          <a:p>
            <a:r>
              <a:rPr lang="ru-RU" dirty="0" err="1"/>
              <a:t>draw</a:t>
            </a:r>
            <a:r>
              <a:rPr lang="ru-RU" dirty="0"/>
              <a:t>(</a:t>
            </a:r>
            <a:r>
              <a:rPr lang="ru-RU" dirty="0" err="1"/>
              <a:t>self</a:t>
            </a:r>
            <a:r>
              <a:rPr lang="ru-RU" dirty="0"/>
              <a:t>)  Назначение: </a:t>
            </a:r>
            <a:r>
              <a:rPr lang="ru-RU" dirty="0" err="1"/>
              <a:t>Отрисовывает</a:t>
            </a:r>
            <a:r>
              <a:rPr lang="ru-RU" dirty="0"/>
              <a:t> автомобиль игрока на экране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996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4ABD6-F492-4D63-B462-740B9BC1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ENEMYCAR</a:t>
            </a:r>
            <a:br>
              <a:rPr lang="en-US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D7FF64-F668-4AFA-9AB0-AA92850BB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__</a:t>
            </a:r>
            <a:r>
              <a:rPr lang="ru-RU" dirty="0" err="1"/>
              <a:t>init</a:t>
            </a:r>
            <a:r>
              <a:rPr lang="ru-RU" dirty="0"/>
              <a:t>__(</a:t>
            </a:r>
            <a:r>
              <a:rPr lang="ru-RU" dirty="0" err="1"/>
              <a:t>self</a:t>
            </a:r>
            <a:r>
              <a:rPr lang="ru-RU" dirty="0"/>
              <a:t>)  Назначение: Конструктор вражеского автомобиля</a:t>
            </a:r>
          </a:p>
          <a:p>
            <a:r>
              <a:rPr lang="ru-RU" dirty="0" err="1"/>
              <a:t>reset_position</a:t>
            </a:r>
            <a:r>
              <a:rPr lang="ru-RU" dirty="0"/>
              <a:t>(</a:t>
            </a:r>
            <a:r>
              <a:rPr lang="ru-RU" dirty="0" err="1"/>
              <a:t>self</a:t>
            </a:r>
            <a:r>
              <a:rPr lang="ru-RU" dirty="0"/>
              <a:t>)  Назначение: Сбрасывает позицию вражеского автомобиля на стартовую</a:t>
            </a:r>
          </a:p>
          <a:p>
            <a:r>
              <a:rPr lang="ru-RU" dirty="0" err="1"/>
              <a:t>draw</a:t>
            </a:r>
            <a:r>
              <a:rPr lang="ru-RU" dirty="0"/>
              <a:t>(</a:t>
            </a:r>
            <a:r>
              <a:rPr lang="ru-RU" dirty="0" err="1"/>
              <a:t>self</a:t>
            </a:r>
            <a:r>
              <a:rPr lang="ru-RU" dirty="0"/>
              <a:t>)  Назначение: </a:t>
            </a:r>
            <a:r>
              <a:rPr lang="ru-RU" dirty="0" err="1"/>
              <a:t>Отрисовывает</a:t>
            </a:r>
            <a:r>
              <a:rPr lang="ru-RU" dirty="0"/>
              <a:t> вражеский автомобиль на экране</a:t>
            </a:r>
          </a:p>
          <a:p>
            <a:r>
              <a:rPr lang="ru-RU" dirty="0" err="1"/>
              <a:t>update</a:t>
            </a:r>
            <a:r>
              <a:rPr lang="ru-RU" dirty="0"/>
              <a:t>(</a:t>
            </a:r>
            <a:r>
              <a:rPr lang="ru-RU" dirty="0" err="1"/>
              <a:t>self</a:t>
            </a:r>
            <a:r>
              <a:rPr lang="ru-RU" dirty="0"/>
              <a:t>, </a:t>
            </a:r>
            <a:r>
              <a:rPr lang="ru-RU" dirty="0" err="1"/>
              <a:t>delta_time</a:t>
            </a:r>
            <a:r>
              <a:rPr lang="ru-RU" dirty="0"/>
              <a:t>)  Назначение: Обновляет позицию вражеского автомобиля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072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034287-0F22-48B1-B18E-FD5E83229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 </a:t>
            </a:r>
            <a:r>
              <a:rPr lang="en-US" dirty="0"/>
              <a:t>MYGAME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9797B5-DBEC-4630-A3E2-7F66EFFFB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5289697" cy="3649133"/>
          </a:xfrm>
        </p:spPr>
        <p:txBody>
          <a:bodyPr>
            <a:normAutofit/>
          </a:bodyPr>
          <a:lstStyle/>
          <a:p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__(self, </a:t>
            </a:r>
            <a:r>
              <a:rPr lang="en-US" dirty="0" err="1"/>
              <a:t>player_name</a:t>
            </a:r>
            <a:r>
              <a:rPr lang="en-US" dirty="0"/>
              <a:t>, </a:t>
            </a:r>
            <a:r>
              <a:rPr lang="en-US" dirty="0" err="1"/>
              <a:t>user_id</a:t>
            </a:r>
            <a:r>
              <a:rPr lang="en-US" dirty="0"/>
              <a:t>)  </a:t>
            </a:r>
            <a:r>
              <a:rPr lang="ru-RU" dirty="0"/>
              <a:t>Назначение: Конструктор основного игрового окна</a:t>
            </a:r>
          </a:p>
          <a:p>
            <a:r>
              <a:rPr lang="en-US" dirty="0"/>
              <a:t>setup(self)  </a:t>
            </a:r>
            <a:r>
              <a:rPr lang="ru-RU" dirty="0"/>
              <a:t>Назначение: Инициализирует все игровые объекты и переменные</a:t>
            </a:r>
          </a:p>
          <a:p>
            <a:r>
              <a:rPr lang="en-US" dirty="0" err="1"/>
              <a:t>draw_rectangle</a:t>
            </a:r>
            <a:r>
              <a:rPr lang="en-US" dirty="0"/>
              <a:t>(</a:t>
            </a:r>
            <a:r>
              <a:rPr lang="en-US" dirty="0" err="1"/>
              <a:t>center_x</a:t>
            </a:r>
            <a:r>
              <a:rPr lang="en-US" dirty="0"/>
              <a:t>, </a:t>
            </a:r>
            <a:r>
              <a:rPr lang="en-US" dirty="0" err="1"/>
              <a:t>center_y</a:t>
            </a:r>
            <a:r>
              <a:rPr lang="en-US" dirty="0"/>
              <a:t>, width, height, color)  </a:t>
            </a:r>
            <a:r>
              <a:rPr lang="ru-RU" dirty="0"/>
              <a:t>Назначение: Рисует закрашенный прямоугольник</a:t>
            </a:r>
          </a:p>
          <a:p>
            <a:r>
              <a:rPr lang="en-US" dirty="0" err="1"/>
              <a:t>draw_rectangle_outline</a:t>
            </a:r>
            <a:r>
              <a:rPr lang="en-US" dirty="0"/>
              <a:t>(</a:t>
            </a:r>
            <a:r>
              <a:rPr lang="en-US" dirty="0" err="1"/>
              <a:t>center_x</a:t>
            </a:r>
            <a:r>
              <a:rPr lang="en-US" dirty="0"/>
              <a:t>, </a:t>
            </a:r>
            <a:r>
              <a:rPr lang="en-US" dirty="0" err="1"/>
              <a:t>center_y</a:t>
            </a:r>
            <a:r>
              <a:rPr lang="en-US" dirty="0"/>
              <a:t>, width, height, color, </a:t>
            </a:r>
            <a:r>
              <a:rPr lang="en-US" dirty="0" err="1"/>
              <a:t>border_width</a:t>
            </a:r>
            <a:r>
              <a:rPr lang="en-US" dirty="0"/>
              <a:t>)  </a:t>
            </a:r>
            <a:r>
              <a:rPr lang="ru-RU" dirty="0"/>
              <a:t>Назначение: Рисует контур прямоугольника</a:t>
            </a:r>
          </a:p>
          <a:p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B3D180-57EE-4B65-95A5-5B2E0E7E0F0C}"/>
              </a:ext>
            </a:extLst>
          </p:cNvPr>
          <p:cNvSpPr txBox="1"/>
          <p:nvPr/>
        </p:nvSpPr>
        <p:spPr>
          <a:xfrm>
            <a:off x="6794205" y="1810685"/>
            <a:ext cx="442314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draw_road_line</a:t>
            </a:r>
            <a:r>
              <a:rPr lang="en-US" dirty="0"/>
              <a:t>(</a:t>
            </a:r>
            <a:r>
              <a:rPr lang="en-US" dirty="0" err="1"/>
              <a:t>center_x</a:t>
            </a:r>
            <a:r>
              <a:rPr lang="en-US" dirty="0"/>
              <a:t>, y, width, height, color)  </a:t>
            </a:r>
            <a:r>
              <a:rPr lang="ru-RU" dirty="0"/>
              <a:t>Назначение: Рисует линии разметки на дороге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on_draw</a:t>
            </a:r>
            <a:r>
              <a:rPr lang="en-US" dirty="0"/>
              <a:t>(self)  </a:t>
            </a:r>
            <a:r>
              <a:rPr lang="ru-RU" dirty="0"/>
              <a:t>Назначение: </a:t>
            </a:r>
            <a:r>
              <a:rPr lang="ru-RU" dirty="0" err="1"/>
              <a:t>Отрисовывает</a:t>
            </a:r>
            <a:r>
              <a:rPr lang="ru-RU" dirty="0"/>
              <a:t> все игровые элементы и интерфейс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on_update</a:t>
            </a:r>
            <a:r>
              <a:rPr lang="en-US" dirty="0"/>
              <a:t>(self, </a:t>
            </a:r>
            <a:r>
              <a:rPr lang="en-US" dirty="0" err="1"/>
              <a:t>delta_time</a:t>
            </a:r>
            <a:r>
              <a:rPr lang="en-US" dirty="0"/>
              <a:t>)  </a:t>
            </a:r>
            <a:r>
              <a:rPr lang="ru-RU" dirty="0"/>
              <a:t>Назначение: Обновляет игровую логику (движение, столкновения, счет)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on_key_press</a:t>
            </a:r>
            <a:r>
              <a:rPr lang="en-US" dirty="0"/>
              <a:t>(self, key, modifiers)  </a:t>
            </a:r>
            <a:r>
              <a:rPr lang="ru-RU" dirty="0"/>
              <a:t>Назначение: Обрабатывает нажатия клавиш управления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on_key_release</a:t>
            </a:r>
            <a:r>
              <a:rPr lang="en-US" dirty="0"/>
              <a:t>(self, key, modifiers)  </a:t>
            </a:r>
            <a:r>
              <a:rPr lang="ru-RU" dirty="0"/>
              <a:t>Назначение: Обрабатывает отпускание клавиш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1424518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90538-D787-4DCC-AF77-7DF8C663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</a:t>
            </a:r>
            <a:r>
              <a:rPr lang="en-US" dirty="0"/>
              <a:t>records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FF57EDFE-4F2D-43A7-A10C-43146B773C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080" y="3291940"/>
            <a:ext cx="8580864" cy="1348857"/>
          </a:xfrm>
        </p:spPr>
      </p:pic>
    </p:spTree>
    <p:extLst>
      <p:ext uri="{BB962C8B-B14F-4D97-AF65-F5344CB8AC3E}">
        <p14:creationId xmlns:p14="http://schemas.microsoft.com/office/powerpoint/2010/main" val="2616490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B7546-0150-4C1F-BCE6-3D671776B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Таблица </a:t>
            </a:r>
            <a:r>
              <a:rPr lang="en-US" dirty="0"/>
              <a:t>users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3A5CBAFD-1570-4ABD-A095-C7BDB28966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5373" y="3291940"/>
            <a:ext cx="8512278" cy="1348857"/>
          </a:xfrm>
        </p:spPr>
      </p:pic>
    </p:spTree>
    <p:extLst>
      <p:ext uri="{BB962C8B-B14F-4D97-AF65-F5344CB8AC3E}">
        <p14:creationId xmlns:p14="http://schemas.microsoft.com/office/powerpoint/2010/main" val="3110177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DD4D4-3479-4568-BE7F-8E17985CE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E5CBBA91-991E-49EA-9521-03323870B2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34481" cy="6858000"/>
          </a:xfrm>
        </p:spPr>
      </p:pic>
    </p:spTree>
    <p:extLst>
      <p:ext uri="{BB962C8B-B14F-4D97-AF65-F5344CB8AC3E}">
        <p14:creationId xmlns:p14="http://schemas.microsoft.com/office/powerpoint/2010/main" val="22300867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ебесная">
  <a:themeElements>
    <a:clrScheme name="Небесная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Небес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Небес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Небесная</Template>
  <TotalTime>23</TotalTime>
  <Words>568</Words>
  <Application>Microsoft Office PowerPoint</Application>
  <PresentationFormat>Широкоэкранный</PresentationFormat>
  <Paragraphs>43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Небесная</vt:lpstr>
      <vt:lpstr>Проект по информатике на ARcade</vt:lpstr>
      <vt:lpstr>Актуальность моего проекта</vt:lpstr>
      <vt:lpstr>КЛАСС DATABASE </vt:lpstr>
      <vt:lpstr>КЛАСС REGISTRATIONWINDOW</vt:lpstr>
      <vt:lpstr>КЛАСС PLAYERCAR</vt:lpstr>
      <vt:lpstr>КЛАСС ENEMYCAR </vt:lpstr>
      <vt:lpstr>КЛАСС MYGAME</vt:lpstr>
      <vt:lpstr>Таблица records</vt:lpstr>
      <vt:lpstr>Таблица users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по информатике на ARcade</dc:title>
  <dc:creator>Артур Кочетов</dc:creator>
  <cp:lastModifiedBy>Артур Кочетов</cp:lastModifiedBy>
  <cp:revision>3</cp:revision>
  <dcterms:created xsi:type="dcterms:W3CDTF">2026-02-02T15:34:41Z</dcterms:created>
  <dcterms:modified xsi:type="dcterms:W3CDTF">2026-02-02T15:58:03Z</dcterms:modified>
</cp:coreProperties>
</file>